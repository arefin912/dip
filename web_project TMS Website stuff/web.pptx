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28" r:id="rId2"/>
  </p:sldMasterIdLst>
  <p:sldIdLst>
    <p:sldId id="256" r:id="rId3"/>
    <p:sldId id="257" r:id="rId4"/>
    <p:sldId id="258" r:id="rId5"/>
    <p:sldId id="259" r:id="rId6"/>
    <p:sldId id="265" r:id="rId7"/>
    <p:sldId id="260" r:id="rId8"/>
    <p:sldId id="262" r:id="rId9"/>
    <p:sldId id="261" r:id="rId10"/>
    <p:sldId id="264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5D5D487-B9F1-40AB-A3AE-22ADA18853E6}">
          <p14:sldIdLst>
            <p14:sldId id="256"/>
            <p14:sldId id="257"/>
            <p14:sldId id="258"/>
            <p14:sldId id="259"/>
            <p14:sldId id="265"/>
            <p14:sldId id="260"/>
            <p14:sldId id="262"/>
            <p14:sldId id="261"/>
            <p14:sldId id="264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00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82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0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25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2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9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6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3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64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11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4332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91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9330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86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74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55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939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64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6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698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27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178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2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096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24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38373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577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48208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471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253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7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395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E41D3-18F0-4615-9E45-7E41F6E32F71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AAAEF-2CE9-4B20-9396-C60DB3269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51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1D23-3A62-1FE2-00C0-30DE06CCC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568" y="0"/>
            <a:ext cx="9241536" cy="2493962"/>
          </a:xfrm>
        </p:spPr>
        <p:txBody>
          <a:bodyPr/>
          <a:lstStyle/>
          <a:p>
            <a:r>
              <a:rPr lang="en-US" dirty="0"/>
              <a:t>Transportation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EE955-8861-83FB-F5FB-61042514E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19456" y="4604513"/>
            <a:ext cx="4364736" cy="24939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Team:</a:t>
            </a:r>
          </a:p>
          <a:p>
            <a:pPr algn="ctr"/>
            <a:r>
              <a:rPr lang="en-US" dirty="0"/>
              <a:t>Md Maruf Hossain (223014110)</a:t>
            </a:r>
          </a:p>
          <a:p>
            <a:pPr algn="ctr"/>
            <a:r>
              <a:rPr lang="en-US" dirty="0"/>
              <a:t>Sadia Islam Prity (223014099)</a:t>
            </a:r>
          </a:p>
          <a:p>
            <a:pPr algn="ctr"/>
            <a:r>
              <a:rPr lang="en-US" dirty="0"/>
              <a:t>Yasin </a:t>
            </a:r>
            <a:r>
              <a:rPr lang="en-US" dirty="0" err="1"/>
              <a:t>Khandakar</a:t>
            </a:r>
            <a:r>
              <a:rPr lang="en-US" dirty="0"/>
              <a:t> (223014141)</a:t>
            </a:r>
          </a:p>
          <a:p>
            <a:pPr algn="ctr"/>
            <a:r>
              <a:rPr lang="en-US" dirty="0" err="1"/>
              <a:t>Sumaiya</a:t>
            </a:r>
            <a:r>
              <a:rPr lang="en-US" dirty="0"/>
              <a:t> Akter (223014151)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C2B3B-E478-0BBC-377E-07663279FF0F}"/>
              </a:ext>
            </a:extLst>
          </p:cNvPr>
          <p:cNvSpPr txBox="1"/>
          <p:nvPr/>
        </p:nvSpPr>
        <p:spPr>
          <a:xfrm>
            <a:off x="3560064" y="3136612"/>
            <a:ext cx="6534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Project Proposal</a:t>
            </a:r>
          </a:p>
        </p:txBody>
      </p:sp>
    </p:spTree>
    <p:extLst>
      <p:ext uri="{BB962C8B-B14F-4D97-AF65-F5344CB8AC3E}">
        <p14:creationId xmlns:p14="http://schemas.microsoft.com/office/powerpoint/2010/main" val="348383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565F-36F6-3E77-7485-A5DE8752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F2BD6-D97E-0D33-0552-1222DD908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75" y="1819213"/>
            <a:ext cx="9198186" cy="4935155"/>
          </a:xfrm>
        </p:spPr>
        <p:txBody>
          <a:bodyPr>
            <a:normAutofit/>
          </a:bodyPr>
          <a:lstStyle/>
          <a:p>
            <a:r>
              <a:rPr lang="en-US" sz="2000" dirty="0"/>
              <a:t>The transportation and logistics industry, a backbone of global commerce, faces inefficiencies like delayed shipments, poor tracking, and ineffective communication among stakeholders.</a:t>
            </a:r>
          </a:p>
          <a:p>
            <a:r>
              <a:rPr lang="en-US" sz="2000" dirty="0"/>
              <a:t>As businesses grow, manual fleet and shipment management becomes complex, leading to increased costs and reduced customer satisfaction.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Transportation Management System (TMS)</a:t>
            </a:r>
            <a:r>
              <a:rPr lang="en-US" sz="2000" dirty="0"/>
              <a:t> leverages cutting-edge technology to:</a:t>
            </a:r>
          </a:p>
          <a:p>
            <a:pPr lvl="1"/>
            <a:r>
              <a:rPr lang="en-US" sz="2000" dirty="0"/>
              <a:t>Centralize and automate logistics processes.</a:t>
            </a:r>
          </a:p>
          <a:p>
            <a:pPr lvl="1"/>
            <a:r>
              <a:rPr lang="en-US" sz="2000" dirty="0"/>
              <a:t>Enhance real-time tracking and optimize routing.</a:t>
            </a:r>
          </a:p>
          <a:p>
            <a:pPr lvl="1"/>
            <a:r>
              <a:rPr lang="en-US" sz="2000" dirty="0"/>
              <a:t>Improve communication and streamline workflows.</a:t>
            </a:r>
          </a:p>
          <a:p>
            <a:r>
              <a:rPr lang="en-US" sz="2000" dirty="0"/>
              <a:t>This system aims to reduce delays, operational costs, and environmental impact while delivering superior customer and stakeholder experiences.</a:t>
            </a:r>
          </a:p>
        </p:txBody>
      </p:sp>
    </p:spTree>
    <p:extLst>
      <p:ext uri="{BB962C8B-B14F-4D97-AF65-F5344CB8AC3E}">
        <p14:creationId xmlns:p14="http://schemas.microsoft.com/office/powerpoint/2010/main" val="292611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6F55-6B09-22F5-93C9-FA02AA31F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Benefits /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255E2-E403-58D5-8841-8C55EC46D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Improved Visibility: </a:t>
            </a:r>
            <a:r>
              <a:rPr lang="en-US" dirty="0"/>
              <a:t>Real-time tracking using integrated map APIs.</a:t>
            </a:r>
          </a:p>
          <a:p>
            <a:endParaRPr lang="en-US" dirty="0"/>
          </a:p>
          <a:p>
            <a:r>
              <a:rPr lang="en-US" b="1" dirty="0"/>
              <a:t>Enhanced Efficiency</a:t>
            </a:r>
            <a:r>
              <a:rPr lang="en-US" dirty="0"/>
              <a:t>: Automated route optimization for faster delivery.</a:t>
            </a:r>
          </a:p>
          <a:p>
            <a:endParaRPr lang="en-US" dirty="0"/>
          </a:p>
          <a:p>
            <a:r>
              <a:rPr lang="en-US" b="1" dirty="0"/>
              <a:t>User-Friendly Interface</a:t>
            </a:r>
            <a:r>
              <a:rPr lang="en-US" dirty="0"/>
              <a:t>: Easy-to-use dashboard for managing shipments.</a:t>
            </a:r>
          </a:p>
          <a:p>
            <a:endParaRPr lang="en-US" dirty="0"/>
          </a:p>
          <a:p>
            <a:r>
              <a:rPr lang="en-US" b="1" dirty="0"/>
              <a:t>Centralized Data Management</a:t>
            </a:r>
            <a:r>
              <a:rPr lang="en-US" dirty="0"/>
              <a:t>: Seamless management of shipments, drivers, and vehicles.</a:t>
            </a:r>
          </a:p>
          <a:p>
            <a:endParaRPr lang="en-US" dirty="0"/>
          </a:p>
          <a:p>
            <a:r>
              <a:rPr lang="en-US" b="1" dirty="0"/>
              <a:t>Scalable Solution</a:t>
            </a:r>
            <a:r>
              <a:rPr lang="en-US" dirty="0"/>
              <a:t>: Easily expandable for future fleet size and services.</a:t>
            </a:r>
          </a:p>
        </p:txBody>
      </p:sp>
    </p:spTree>
    <p:extLst>
      <p:ext uri="{BB962C8B-B14F-4D97-AF65-F5344CB8AC3E}">
        <p14:creationId xmlns:p14="http://schemas.microsoft.com/office/powerpoint/2010/main" val="315520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15851-C0CC-C6E6-4F9C-1C5625A5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ED447-760B-E718-60D9-44159BA1E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3456"/>
            <a:ext cx="8596668" cy="494995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Users:</a:t>
            </a:r>
            <a:r>
              <a:rPr lang="en-US" dirty="0"/>
              <a:t> </a:t>
            </a:r>
            <a:r>
              <a:rPr lang="en-US" dirty="0" err="1"/>
              <a:t>UserID</a:t>
            </a:r>
            <a:r>
              <a:rPr lang="en-US" dirty="0"/>
              <a:t> (PK), Name, Role(Admin, Driver, Client), Contact Info </a:t>
            </a:r>
          </a:p>
          <a:p>
            <a:r>
              <a:rPr lang="en-US" b="1" dirty="0">
                <a:solidFill>
                  <a:schemeClr val="accent4"/>
                </a:solidFill>
              </a:rPr>
              <a:t>Vehicles</a:t>
            </a:r>
            <a:r>
              <a:rPr lang="en-US" dirty="0">
                <a:solidFill>
                  <a:schemeClr val="accent4"/>
                </a:solidFill>
              </a:rPr>
              <a:t>:</a:t>
            </a:r>
            <a:r>
              <a:rPr lang="en-US" dirty="0"/>
              <a:t> </a:t>
            </a:r>
            <a:r>
              <a:rPr lang="en-US" dirty="0" err="1"/>
              <a:t>VehicleID</a:t>
            </a:r>
            <a:r>
              <a:rPr lang="en-US" dirty="0"/>
              <a:t> (PK), </a:t>
            </a:r>
            <a:r>
              <a:rPr lang="en-US" dirty="0" err="1"/>
              <a:t>VehicleType</a:t>
            </a:r>
            <a:r>
              <a:rPr lang="en-US" dirty="0"/>
              <a:t>, Capacity, Status (Available, In Transit, Maintenance)</a:t>
            </a:r>
          </a:p>
          <a:p>
            <a:r>
              <a:rPr lang="en-US" b="1" dirty="0">
                <a:solidFill>
                  <a:schemeClr val="accent4"/>
                </a:solidFill>
              </a:rPr>
              <a:t>Drivers</a:t>
            </a:r>
            <a:r>
              <a:rPr lang="en-US" dirty="0">
                <a:solidFill>
                  <a:schemeClr val="accent4"/>
                </a:solidFill>
              </a:rPr>
              <a:t>:</a:t>
            </a:r>
            <a:r>
              <a:rPr lang="en-US" dirty="0"/>
              <a:t> </a:t>
            </a:r>
            <a:r>
              <a:rPr lang="en-US" dirty="0" err="1"/>
              <a:t>DriverID</a:t>
            </a:r>
            <a:r>
              <a:rPr lang="en-US" dirty="0"/>
              <a:t> (PK), Name, </a:t>
            </a:r>
            <a:r>
              <a:rPr lang="en-US" dirty="0" err="1"/>
              <a:t>LicenseNumber</a:t>
            </a:r>
            <a:r>
              <a:rPr lang="en-US" dirty="0"/>
              <a:t>, Phone, </a:t>
            </a:r>
            <a:r>
              <a:rPr lang="en-US" dirty="0" err="1"/>
              <a:t>AssignedVehicle</a:t>
            </a:r>
            <a:r>
              <a:rPr lang="en-US" dirty="0"/>
              <a:t> (Foreign Key: </a:t>
            </a:r>
            <a:r>
              <a:rPr lang="en-US" dirty="0" err="1"/>
              <a:t>VehicleID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chemeClr val="accent4"/>
                </a:solidFill>
              </a:rPr>
              <a:t>Shipments</a:t>
            </a:r>
            <a:r>
              <a:rPr lang="en-US" dirty="0">
                <a:solidFill>
                  <a:schemeClr val="accent4"/>
                </a:solidFill>
              </a:rPr>
              <a:t>:</a:t>
            </a:r>
            <a:r>
              <a:rPr lang="en-US" dirty="0"/>
              <a:t> </a:t>
            </a:r>
            <a:r>
              <a:rPr lang="en-US" dirty="0" err="1"/>
              <a:t>ShipmentID</a:t>
            </a:r>
            <a:r>
              <a:rPr lang="en-US" dirty="0"/>
              <a:t> (PK), </a:t>
            </a:r>
            <a:r>
              <a:rPr lang="en-US" dirty="0" err="1"/>
              <a:t>UserID</a:t>
            </a:r>
            <a:r>
              <a:rPr lang="en-US" dirty="0"/>
              <a:t> (FK), </a:t>
            </a:r>
            <a:r>
              <a:rPr lang="en-US" dirty="0" err="1"/>
              <a:t>DriverID</a:t>
            </a:r>
            <a:r>
              <a:rPr lang="en-US" dirty="0"/>
              <a:t> (FK), </a:t>
            </a:r>
            <a:r>
              <a:rPr lang="en-US" dirty="0" err="1"/>
              <a:t>VehicleID</a:t>
            </a:r>
            <a:r>
              <a:rPr lang="en-US" dirty="0"/>
              <a:t> (FK), Source, Destination, Status (Pending, In Transit, Delivered)</a:t>
            </a:r>
          </a:p>
          <a:p>
            <a:r>
              <a:rPr lang="en-US" b="1" dirty="0">
                <a:solidFill>
                  <a:schemeClr val="accent4"/>
                </a:solidFill>
              </a:rPr>
              <a:t>Locations</a:t>
            </a:r>
            <a:r>
              <a:rPr lang="en-US" dirty="0">
                <a:solidFill>
                  <a:schemeClr val="accent4"/>
                </a:solidFill>
              </a:rPr>
              <a:t>:</a:t>
            </a:r>
            <a:r>
              <a:rPr lang="en-US" dirty="0"/>
              <a:t> </a:t>
            </a:r>
            <a:r>
              <a:rPr lang="en-US" dirty="0" err="1"/>
              <a:t>LocationID</a:t>
            </a:r>
            <a:r>
              <a:rPr lang="en-US" dirty="0"/>
              <a:t> (PK), </a:t>
            </a:r>
            <a:r>
              <a:rPr lang="en-US" dirty="0" err="1"/>
              <a:t>ShipmentID</a:t>
            </a:r>
            <a:r>
              <a:rPr lang="en-US" dirty="0"/>
              <a:t> (FK), Latitude, Longitude, Timestamp</a:t>
            </a:r>
          </a:p>
          <a:p>
            <a:r>
              <a:rPr lang="en-US" b="1" dirty="0">
                <a:solidFill>
                  <a:schemeClr val="accent4"/>
                </a:solidFill>
              </a:rPr>
              <a:t>Schedule</a:t>
            </a:r>
            <a:r>
              <a:rPr lang="en-US" dirty="0">
                <a:solidFill>
                  <a:schemeClr val="accent4"/>
                </a:solidFill>
              </a:rPr>
              <a:t>:</a:t>
            </a:r>
            <a:r>
              <a:rPr lang="en-US" dirty="0"/>
              <a:t> </a:t>
            </a:r>
            <a:r>
              <a:rPr lang="en-US" dirty="0" err="1"/>
              <a:t>ScheduleID</a:t>
            </a:r>
            <a:r>
              <a:rPr lang="en-US" dirty="0"/>
              <a:t> (PK), </a:t>
            </a:r>
            <a:r>
              <a:rPr lang="en-US" dirty="0" err="1"/>
              <a:t>VehicleID</a:t>
            </a:r>
            <a:r>
              <a:rPr lang="en-US" dirty="0"/>
              <a:t> (FK), </a:t>
            </a:r>
            <a:r>
              <a:rPr lang="en-US" dirty="0" err="1"/>
              <a:t>DriverID</a:t>
            </a:r>
            <a:r>
              <a:rPr lang="en-US" dirty="0"/>
              <a:t> (FK), </a:t>
            </a:r>
            <a:r>
              <a:rPr lang="en-US" dirty="0" err="1"/>
              <a:t>StartTime</a:t>
            </a:r>
            <a:r>
              <a:rPr lang="en-US" dirty="0"/>
              <a:t>, </a:t>
            </a:r>
            <a:r>
              <a:rPr lang="en-US" dirty="0" err="1"/>
              <a:t>EndTime</a:t>
            </a:r>
            <a:r>
              <a:rPr lang="en-US" dirty="0"/>
              <a:t>, </a:t>
            </a:r>
            <a:r>
              <a:rPr lang="en-US" dirty="0" err="1"/>
              <a:t>RouteID</a:t>
            </a:r>
            <a:r>
              <a:rPr lang="en-US" dirty="0"/>
              <a:t> (FK)</a:t>
            </a:r>
          </a:p>
          <a:p>
            <a:r>
              <a:rPr lang="en-US" b="1" dirty="0">
                <a:solidFill>
                  <a:schemeClr val="accent4"/>
                </a:solidFill>
              </a:rPr>
              <a:t>Routes</a:t>
            </a:r>
            <a:r>
              <a:rPr lang="en-US" dirty="0">
                <a:solidFill>
                  <a:schemeClr val="accent4"/>
                </a:solidFill>
              </a:rPr>
              <a:t>: </a:t>
            </a:r>
            <a:r>
              <a:rPr lang="en-US" dirty="0" err="1"/>
              <a:t>RouteID</a:t>
            </a:r>
            <a:r>
              <a:rPr lang="en-US" dirty="0"/>
              <a:t> (PK), </a:t>
            </a:r>
            <a:r>
              <a:rPr lang="en-US" dirty="0" err="1"/>
              <a:t>StartLocation</a:t>
            </a:r>
            <a:r>
              <a:rPr lang="en-US" dirty="0"/>
              <a:t>, </a:t>
            </a:r>
            <a:r>
              <a:rPr lang="en-US" dirty="0" err="1"/>
              <a:t>EndLocation</a:t>
            </a:r>
            <a:r>
              <a:rPr lang="en-US" dirty="0"/>
              <a:t>, </a:t>
            </a:r>
            <a:r>
              <a:rPr lang="en-US" dirty="0" err="1"/>
              <a:t>EstimatedDuration</a:t>
            </a:r>
            <a:r>
              <a:rPr lang="en-US" dirty="0"/>
              <a:t>, Distance</a:t>
            </a:r>
          </a:p>
          <a:p>
            <a:r>
              <a:rPr lang="en-US" b="1" dirty="0">
                <a:solidFill>
                  <a:schemeClr val="accent4"/>
                </a:solidFill>
              </a:rPr>
              <a:t>Booking</a:t>
            </a:r>
            <a:r>
              <a:rPr lang="en-US" dirty="0">
                <a:solidFill>
                  <a:schemeClr val="accent4"/>
                </a:solidFill>
              </a:rPr>
              <a:t>: </a:t>
            </a:r>
            <a:r>
              <a:rPr lang="en-US" dirty="0" err="1"/>
              <a:t>BookingID</a:t>
            </a:r>
            <a:r>
              <a:rPr lang="en-US" dirty="0"/>
              <a:t> (PK), </a:t>
            </a:r>
            <a:r>
              <a:rPr lang="en-US" dirty="0" err="1"/>
              <a:t>UserID</a:t>
            </a:r>
            <a:r>
              <a:rPr lang="en-US" dirty="0"/>
              <a:t> (FK), </a:t>
            </a:r>
            <a:r>
              <a:rPr lang="en-US" dirty="0" err="1"/>
              <a:t>ShipmentID</a:t>
            </a:r>
            <a:r>
              <a:rPr lang="en-US" dirty="0"/>
              <a:t> (FK), </a:t>
            </a:r>
            <a:r>
              <a:rPr lang="en-US" dirty="0" err="1"/>
              <a:t>BookingDate</a:t>
            </a:r>
            <a:r>
              <a:rPr lang="en-US" dirty="0"/>
              <a:t>, Status (Confirmed, Canceled, Completed)</a:t>
            </a:r>
          </a:p>
        </p:txBody>
      </p:sp>
    </p:spTree>
    <p:extLst>
      <p:ext uri="{BB962C8B-B14F-4D97-AF65-F5344CB8AC3E}">
        <p14:creationId xmlns:p14="http://schemas.microsoft.com/office/powerpoint/2010/main" val="4106324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D77E0-1E2B-C611-28B3-A560CD6E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ER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71" y="1454227"/>
            <a:ext cx="11570380" cy="5052958"/>
          </a:xfrm>
        </p:spPr>
      </p:pic>
    </p:spTree>
    <p:extLst>
      <p:ext uri="{BB962C8B-B14F-4D97-AF65-F5344CB8AC3E}">
        <p14:creationId xmlns:p14="http://schemas.microsoft.com/office/powerpoint/2010/main" val="1711011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F655-8352-88C0-1315-548EB2C2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Data 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89EE5-D777-EE1D-537C-8A40AFC6A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DFD level 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136" y="2831334"/>
            <a:ext cx="11821101" cy="244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443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3B5F0-4057-1F9E-F7BC-9E0A2FBF4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ACB2-B4D0-2CF9-9406-0584240D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Data 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4C498-6064-9D8D-072A-CDE7F1757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6429"/>
            <a:ext cx="8596668" cy="3880773"/>
          </a:xfrm>
        </p:spPr>
        <p:txBody>
          <a:bodyPr/>
          <a:lstStyle/>
          <a:p>
            <a:r>
              <a:rPr lang="en-US" dirty="0"/>
              <a:t>DFD level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20" y="1488696"/>
            <a:ext cx="9028526" cy="536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758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9252-1582-4C8F-20BD-37802349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/>
              <a:t>Language and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6957A-2FD5-4E21-B716-8A6C98699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Frontend: </a:t>
            </a:r>
            <a:r>
              <a:rPr lang="en-US" dirty="0"/>
              <a:t>HTML, CSS, JavaScript (React)</a:t>
            </a:r>
          </a:p>
          <a:p>
            <a:r>
              <a:rPr lang="en-US" b="1" dirty="0"/>
              <a:t>Backend</a:t>
            </a:r>
            <a:r>
              <a:rPr lang="en-US" dirty="0"/>
              <a:t>: Node.js with Express</a:t>
            </a:r>
          </a:p>
          <a:p>
            <a:r>
              <a:rPr lang="en-US" b="1" dirty="0"/>
              <a:t>Database</a:t>
            </a:r>
            <a:r>
              <a:rPr lang="en-US" dirty="0"/>
              <a:t>: MySQL (XAMPP)</a:t>
            </a:r>
          </a:p>
          <a:p>
            <a:r>
              <a:rPr lang="en-US" b="1" dirty="0"/>
              <a:t>Development Environment</a:t>
            </a:r>
            <a:r>
              <a:rPr lang="en-US" dirty="0"/>
              <a:t>: Visual Studio Code</a:t>
            </a:r>
          </a:p>
          <a:p>
            <a:r>
              <a:rPr lang="en-US" b="1" dirty="0"/>
              <a:t>API Integration</a:t>
            </a:r>
            <a:r>
              <a:rPr lang="en-US" dirty="0"/>
              <a:t>: Google Maps API for tracking, mock API for testing</a:t>
            </a:r>
          </a:p>
        </p:txBody>
      </p:sp>
    </p:spTree>
    <p:extLst>
      <p:ext uri="{BB962C8B-B14F-4D97-AF65-F5344CB8AC3E}">
        <p14:creationId xmlns:p14="http://schemas.microsoft.com/office/powerpoint/2010/main" val="259257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D123-972E-8B64-89E1-4250E9E0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1659-32B1-72FA-70F0-375560DC4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dirty="0"/>
              <a:t>Conclusion</a:t>
            </a:r>
            <a:endParaRPr lang="en-US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50A78-66DD-9D46-A475-BA95A9071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21549"/>
            <a:ext cx="8596668" cy="3880773"/>
          </a:xfrm>
        </p:spPr>
        <p:txBody>
          <a:bodyPr/>
          <a:lstStyle/>
          <a:p>
            <a:r>
              <a:rPr lang="en-US" dirty="0"/>
              <a:t>The TMS aims to improve transportation processes through enhanced tracking, efficiency, and user experience.</a:t>
            </a:r>
          </a:p>
          <a:p>
            <a:endParaRPr lang="en-US" dirty="0"/>
          </a:p>
          <a:p>
            <a:r>
              <a:rPr lang="en-US" dirty="0"/>
              <a:t>With a scalable design and integrated technologies, the system is ready to handle future expansions.</a:t>
            </a:r>
          </a:p>
        </p:txBody>
      </p:sp>
    </p:spTree>
    <p:extLst>
      <p:ext uri="{BB962C8B-B14F-4D97-AF65-F5344CB8AC3E}">
        <p14:creationId xmlns:p14="http://schemas.microsoft.com/office/powerpoint/2010/main" val="1602449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6A445-A091-EF16-1952-680F00C6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310" y="2890520"/>
            <a:ext cx="8596668" cy="1320800"/>
          </a:xfrm>
        </p:spPr>
        <p:txBody>
          <a:bodyPr>
            <a:normAutofit/>
          </a:bodyPr>
          <a:lstStyle/>
          <a:p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389276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150</TotalTime>
  <Words>446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1_Facet</vt:lpstr>
      <vt:lpstr>Transportation Management System</vt:lpstr>
      <vt:lpstr>Motivation</vt:lpstr>
      <vt:lpstr>Benefits / Contribution</vt:lpstr>
      <vt:lpstr>Database</vt:lpstr>
      <vt:lpstr>ER Diagram</vt:lpstr>
      <vt:lpstr>Data Flow Diagram</vt:lpstr>
      <vt:lpstr>Data Flow Diagram</vt:lpstr>
      <vt:lpstr>Language and Environment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Transportation Management System</dc:title>
  <dc:creator>Maruf Maruf</dc:creator>
  <cp:lastModifiedBy>Maruf Maruf</cp:lastModifiedBy>
  <cp:revision>4</cp:revision>
  <dcterms:created xsi:type="dcterms:W3CDTF">2024-11-13T12:54:48Z</dcterms:created>
  <dcterms:modified xsi:type="dcterms:W3CDTF">2024-11-20T16:13:42Z</dcterms:modified>
</cp:coreProperties>
</file>